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DD1BA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3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5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3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4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4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1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7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1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B54AD-680A-48FC-A664-8CB325FD3C3F}" type="datetimeFigureOut">
              <a:rPr lang="en-US" smtClean="0"/>
              <a:t>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92797-2820-412B-9530-8722894BC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7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514724" y="506506"/>
            <a:ext cx="1180726" cy="117713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/>
              <a:t>Computer</a:t>
            </a:r>
          </a:p>
        </p:txBody>
      </p:sp>
      <p:sp>
        <p:nvSpPr>
          <p:cNvPr id="6" name="Oval 5"/>
          <p:cNvSpPr/>
          <p:nvPr/>
        </p:nvSpPr>
        <p:spPr>
          <a:xfrm>
            <a:off x="1988297" y="506506"/>
            <a:ext cx="1179576" cy="117957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EVS/</a:t>
            </a:r>
          </a:p>
          <a:p>
            <a:pPr algn="ctr"/>
            <a:r>
              <a:rPr lang="en-US" sz="1600" dirty="0" smtClean="0"/>
              <a:t>Science</a:t>
            </a:r>
          </a:p>
        </p:txBody>
      </p:sp>
      <p:sp>
        <p:nvSpPr>
          <p:cNvPr id="7" name="Oval 6"/>
          <p:cNvSpPr/>
          <p:nvPr/>
        </p:nvSpPr>
        <p:spPr>
          <a:xfrm>
            <a:off x="3460720" y="506506"/>
            <a:ext cx="1179576" cy="117957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Moral Science</a:t>
            </a:r>
            <a:endParaRPr lang="en-US" sz="1600" dirty="0"/>
          </a:p>
        </p:txBody>
      </p:sp>
      <p:sp>
        <p:nvSpPr>
          <p:cNvPr id="8" name="Oval 7"/>
          <p:cNvSpPr/>
          <p:nvPr/>
        </p:nvSpPr>
        <p:spPr>
          <a:xfrm>
            <a:off x="4933143" y="504061"/>
            <a:ext cx="1179576" cy="117957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GK</a:t>
            </a:r>
            <a:endParaRPr lang="en-US" sz="1600" dirty="0"/>
          </a:p>
        </p:txBody>
      </p:sp>
      <p:sp>
        <p:nvSpPr>
          <p:cNvPr id="9" name="Oval 8"/>
          <p:cNvSpPr/>
          <p:nvPr/>
        </p:nvSpPr>
        <p:spPr>
          <a:xfrm>
            <a:off x="515874" y="1999486"/>
            <a:ext cx="1179576" cy="117957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Maths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988297" y="1999486"/>
            <a:ext cx="1179576" cy="1179576"/>
          </a:xfrm>
          <a:prstGeom prst="ellipse">
            <a:avLst/>
          </a:prstGeom>
          <a:solidFill>
            <a:srgbClr val="FF993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Scores</a:t>
            </a:r>
            <a:endParaRPr lang="en-US" sz="1600" dirty="0"/>
          </a:p>
        </p:txBody>
      </p:sp>
      <p:sp>
        <p:nvSpPr>
          <p:cNvPr id="11" name="Oval 10"/>
          <p:cNvSpPr/>
          <p:nvPr/>
        </p:nvSpPr>
        <p:spPr>
          <a:xfrm>
            <a:off x="3460720" y="1999486"/>
            <a:ext cx="1179576" cy="117957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Exit</a:t>
            </a:r>
            <a:endParaRPr lang="en-US" sz="1600" b="1" dirty="0"/>
          </a:p>
        </p:txBody>
      </p:sp>
      <p:sp>
        <p:nvSpPr>
          <p:cNvPr id="12" name="Oval 11"/>
          <p:cNvSpPr/>
          <p:nvPr/>
        </p:nvSpPr>
        <p:spPr>
          <a:xfrm>
            <a:off x="4933143" y="1999486"/>
            <a:ext cx="1179576" cy="117957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English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160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514724" y="506505"/>
            <a:ext cx="1828800" cy="18288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urlz MT" panose="04040404050702020202" pitchFamily="82" charset="0"/>
              </a:rPr>
              <a:t>Computer</a:t>
            </a:r>
            <a:endParaRPr lang="en-US" sz="4000" dirty="0">
              <a:latin typeface="Curlz MT" panose="04040404050702020202" pitchFamily="82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988297" y="506506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Curlz MT" panose="04040404050702020202" pitchFamily="82" charset="0"/>
              </a:rPr>
              <a:t>Science</a:t>
            </a:r>
            <a:endParaRPr lang="en-US" sz="2800" dirty="0">
              <a:latin typeface="Curlz MT" panose="04040404050702020202" pitchFamily="82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9420" y="170686"/>
            <a:ext cx="1828800" cy="18288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urlz MT" panose="04040404050702020202" pitchFamily="82" charset="0"/>
              </a:rPr>
              <a:t>Moral Science</a:t>
            </a:r>
          </a:p>
        </p:txBody>
      </p:sp>
      <p:sp>
        <p:nvSpPr>
          <p:cNvPr id="8" name="Oval 7"/>
          <p:cNvSpPr/>
          <p:nvPr/>
        </p:nvSpPr>
        <p:spPr>
          <a:xfrm>
            <a:off x="6519866" y="170686"/>
            <a:ext cx="1828800" cy="18288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Curlz MT" panose="04040404050702020202" pitchFamily="82" charset="0"/>
              </a:rPr>
              <a:t>GK</a:t>
            </a:r>
            <a:endParaRPr lang="en-US" sz="2800" dirty="0">
              <a:latin typeface="Curlz MT" panose="04040404050702020202" pitchFamily="82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01574" y="2663408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urlz MT" panose="04040404050702020202" pitchFamily="82" charset="0"/>
              </a:rPr>
              <a:t>Maths</a:t>
            </a:r>
          </a:p>
        </p:txBody>
      </p:sp>
      <p:sp>
        <p:nvSpPr>
          <p:cNvPr id="10" name="Oval 9"/>
          <p:cNvSpPr/>
          <p:nvPr/>
        </p:nvSpPr>
        <p:spPr>
          <a:xfrm>
            <a:off x="1988297" y="1999486"/>
            <a:ext cx="1828800" cy="1828800"/>
          </a:xfrm>
          <a:prstGeom prst="ellipse">
            <a:avLst/>
          </a:prstGeom>
          <a:solidFill>
            <a:srgbClr val="FF0066"/>
          </a:solidFill>
          <a:ln>
            <a:solidFill>
              <a:srgbClr val="DD1B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urlz MT" panose="04040404050702020202" pitchFamily="82" charset="0"/>
              </a:rPr>
              <a:t>Scores</a:t>
            </a:r>
          </a:p>
        </p:txBody>
      </p:sp>
      <p:sp>
        <p:nvSpPr>
          <p:cNvPr id="11" name="Oval 10"/>
          <p:cNvSpPr/>
          <p:nvPr/>
        </p:nvSpPr>
        <p:spPr>
          <a:xfrm>
            <a:off x="3460720" y="1999486"/>
            <a:ext cx="1828800" cy="1828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Curlz MT" panose="04040404050702020202" pitchFamily="82" charset="0"/>
              </a:rPr>
              <a:t>Exit</a:t>
            </a:r>
            <a:endParaRPr lang="en-US" sz="1600" dirty="0">
              <a:latin typeface="Curlz MT" panose="04040404050702020202" pitchFamily="82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49189" y="2291169"/>
            <a:ext cx="1828800" cy="1828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urlz MT" panose="04040404050702020202" pitchFamily="82" charset="0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11542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317812" y="887506"/>
            <a:ext cx="2554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317812" y="2061882"/>
            <a:ext cx="2554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83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20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Curlz MT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Nandkishore Gupta</dc:creator>
  <cp:lastModifiedBy>Nandkishore Gupta</cp:lastModifiedBy>
  <cp:revision>21</cp:revision>
  <dcterms:created xsi:type="dcterms:W3CDTF">2015-10-05T15:39:49Z</dcterms:created>
  <dcterms:modified xsi:type="dcterms:W3CDTF">2016-01-23T09:46:18Z</dcterms:modified>
</cp:coreProperties>
</file>